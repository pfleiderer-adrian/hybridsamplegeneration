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B2B3F"/>
                </a:solidFill>
              </a:defRPr>
            </a:pPr>
            <a:r>
              <a:t>Comparison V1 – Test-Ergebnisse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353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B2B3F"/>
                </a:solidFill>
              </a:defRPr>
            </a:pPr>
            <a:r>
              <a:t>Baseline → Hybrid in % | Δ in Prozentpunkten | Grün: Verbesserung · Rot: Verschlechterung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3533120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34640"/>
                <a:gridCol w="2834640"/>
                <a:gridCol w="2834640"/>
                <a:gridCol w="2834640"/>
              </a:tblGrid>
              <a:tr h="64516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Kategorie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Bild-AUROC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Bild-AP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Pixel-AUROC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Pixel-AP</a:t>
                      </a:r>
                    </a:p>
                  </a:txBody>
                  <a:tcPr anchor="ctr" marL="146304" marR="109728">
                    <a:solidFill>
                      <a:srgbClr val="1B2B3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can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16,770 → 43,827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+27,058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16,144 → 31,496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+15,352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88,698 → 85,626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−3,072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0,026 → 0,006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−0,020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fabric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75,412 → 84,671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+9,259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60,715 → 80,016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+19,301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98,355 → 95,936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−2,419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81,533 → 81,582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+0,049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fruit_jelly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81,250 → 83,796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+2,546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74,960 → 81,723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+6,763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96,446 → 97,994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+1,548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19,657 → 34,372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+14,715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rice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56,173 → 52,058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−4,115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35,268 → 29,337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−5,931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63,797 → 63,018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−0,779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0,781 → 0,291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−0,490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sheet_metal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77,263 → 81,173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+3,909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60,957 → 65,112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+4,155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92,656 → 89,796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−2,860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27,183 → 44,877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+17,693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vial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40,967 → 87,755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+46,788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37,247 → 62,315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+25,068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85,854 → 95,743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+9,889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1,489 → 10,608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+9,118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wallplugs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52,263 → 57,922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+5,658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26,515 → 33,567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+7,052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67,959 → 68,259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+0,300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0,010 → 0,007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−0,003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l">
                        <a:defRPr b="1" sz="1700"/>
                      </a:pPr>
                      <a:r>
                        <a:t>walnuts</a:t>
                      </a:r>
                    </a:p>
                  </a:txBody>
                  <a:tcPr anchor="ctr" marL="146304" marR="10972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AD3034"/>
                          </a:solidFill>
                        </a:defRPr>
                      </a:pPr>
                      <a:r>
                        <a:t>80,556 → 76,337</a:t>
                      </a:r>
                    </a:p>
                    <a:p>
                      <a:pPr algn="ctr">
                        <a:defRPr b="1" sz="1700">
                          <a:solidFill>
                            <a:srgbClr val="AD3034"/>
                          </a:solidFill>
                        </a:defRPr>
                      </a:pPr>
                      <a:r>
                        <a:t>Δ −4,218</a:t>
                      </a:r>
                    </a:p>
                  </a:txBody>
                  <a:tcPr anchor="ctr" marL="146304" marR="109728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69,892 → 70,137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+0,245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55,910 → 68,149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+12,239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8704A"/>
                          </a:solidFill>
                        </a:defRPr>
                      </a:pPr>
                      <a:r>
                        <a:t>2,469 → 2,864</a:t>
                      </a:r>
                    </a:p>
                    <a:p>
                      <a:pPr algn="ctr">
                        <a:defRPr b="1" sz="1700">
                          <a:solidFill>
                            <a:srgbClr val="18704A"/>
                          </a:solidFill>
                        </a:defRPr>
                      </a:pPr>
                      <a:r>
                        <a:t>Δ +0,395</a:t>
                      </a:r>
                    </a:p>
                  </a:txBody>
                  <a:tcPr anchor="ctr" marL="146304" marR="109728">
                    <a:solidFill>
                      <a:srgbClr val="E5F3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7498079"/>
            <a:ext cx="1353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B2B3F"/>
                </a:solidFill>
              </a:defRPr>
            </a:pPr>
            <a:r>
              <a:t>Δ = Hybrid − Baseline, vor Rundung berechnet. Quelle: metrics.json der jeweiligen V1-Testläufe.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